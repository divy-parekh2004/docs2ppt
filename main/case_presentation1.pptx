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51435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GUJARAT TECHNOLOGICAL UNIVERSITY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i="1"/>
            </a:pPr>
            <a:r>
              <a:t>NATIONAL SERVICE SCHEME</a:t>
            </a:r>
          </a:p>
          <a:p>
            <a:pPr>
              <a:defRPr sz="2400" i="1"/>
            </a:pPr>
            <a:r>
              <a:t>VISHWAKARMA GOVERNMENT ENGINEERING COLLEGE, CHANDKHEDA</a:t>
            </a:r>
          </a:p>
          <a:p>
            <a:pPr>
              <a:defRPr sz="2400" i="1"/>
            </a:pPr>
            <a:r>
              <a:t>NSS  VGEC</a:t>
            </a:r>
          </a:p>
          <a:p>
            <a:pPr>
              <a:defRPr sz="2400" i="1"/>
            </a:pPr>
            <a:r>
              <a:t>NARAYANI</a:t>
            </a:r>
          </a:p>
          <a:p>
            <a:pPr>
              <a:defRPr sz="2400" i="1"/>
            </a:pPr>
            <a:r>
              <a:t>26th March to 29th March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NARAYANI - Spreading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Under India's G-20 presidency, many institutions are organizing various events based on different themes.</a:t>
            </a:r>
          </a:p>
          <a:p>
            <a:pPr>
              <a:defRPr sz="2000"/>
            </a:pPr>
            <a:r>
              <a:t>The National Service Scheme (NSS) unit of Vishwakarma Government Engineering College organized "NARAYANI" from 26th March to 29th March 2023.</a:t>
            </a:r>
          </a:p>
          <a:p>
            <a:pPr>
              <a:defRPr sz="2000"/>
            </a:pPr>
            <a:r>
              <a:t>The main motto was to spread awareness about women’s rights and gender equality.</a:t>
            </a:r>
          </a:p>
          <a:p>
            <a:pPr>
              <a:defRPr sz="2000"/>
            </a:pPr>
            <a:r>
              <a:t>Various Competitions like poem writing, rangoli making, quiz, debate, elocution, etc. were involved.</a:t>
            </a:r>
          </a:p>
          <a:p>
            <a:pPr>
              <a:defRPr sz="2000"/>
            </a:pPr>
            <a:r>
              <a:t>Students from across the state supported the event as participants.</a:t>
            </a:r>
          </a:p>
          <a:p>
            <a:pPr>
              <a:defRPr sz="2000"/>
            </a:pPr>
            <a:r>
              <a:t>We successfully completed our motive to spread awareness.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8700"/>
            <a:ext cx="182880" cy="48006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Narayani Event Poster</a:t>
            </a:r>
          </a:p>
        </p:txBody>
      </p:sp>
      <p:pic>
        <p:nvPicPr>
          <p:cNvPr id="5" name="Picture 4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54864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5778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i="1" sz="1600"/>
            </a:pPr>
            <a:r>
              <a:t>Poster promoting the Narayani event at Vishwakarma Government Engineering College.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FF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DAY - 1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200"/>
            </a:pPr>
            <a:r>
              <a:t>Nukkad Natak - Encouraging Women's Empowerment</a:t>
            </a:r>
          </a:p>
          <a:p>
            <a:pPr>
              <a:defRPr sz="2200"/>
            </a:pPr>
            <a:r>
              <a:t>More than 60 volunteers involved in a street play.</a:t>
            </a:r>
          </a:p>
          <a:p>
            <a:pPr>
              <a:defRPr sz="2200"/>
            </a:pPr>
            <a:r>
              <a:t>The purpose of drama was to encourage women’s empowerment.</a:t>
            </a:r>
          </a:p>
          <a:p>
            <a:pPr>
              <a:defRPr sz="2200"/>
            </a:pPr>
            <a:r>
              <a:t>Volunteers showed problems like dowry, rapping, etc.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FF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DAY - 1 (cont.)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200"/>
            </a:pPr>
            <a:r>
              <a:t>They highlighted the fewer opportunities for women.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Content/Discussion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Awareness of women’s Empowerment</a:t>
            </a:r>
          </a:p>
          <a:p>
            <a:pPr>
              <a:defRPr sz="2000"/>
            </a:pPr>
            <a:r>
              <a:t>To understand women’s problems</a:t>
            </a:r>
          </a:p>
          <a:p>
            <a:pPr>
              <a:defRPr sz="2000"/>
            </a:pPr>
            <a:r>
              <a:t>Performance of Nukkad Natak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8700"/>
            <a:ext cx="182880" cy="48006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Nukkad Natak Glimpses</a:t>
            </a:r>
          </a:p>
        </p:txBody>
      </p:sp>
      <p:pic>
        <p:nvPicPr>
          <p:cNvPr id="5" name="Picture 4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54864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5778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i="1" sz="1600"/>
            </a:pPr>
            <a:r>
              <a:t>Photographs from the Nukkad Natak performance. 1) Drama team 2) Drama in the exhibition at</a:t>
            </a:r>
          </a:p>
          <a:p>
            <a:pPr algn="ctr">
              <a:defRPr i="1" sz="1600"/>
            </a:pPr>
            <a:r>
              <a:t>the riverfront 3) Drama at Sabarmati riverfront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FF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DAY - 2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200"/>
            </a:pPr>
            <a:r>
              <a:t>Further event details to be added here.</a:t>
            </a:r>
          </a:p>
          <a:p>
            <a:pPr>
              <a:defRPr sz="2200"/>
            </a:pPr>
            <a:r>
              <a:t>Images to be included to showcase the activities.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8700"/>
            <a:ext cx="182880" cy="48006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NSS unit of VGEC</a:t>
            </a:r>
          </a:p>
        </p:txBody>
      </p:sp>
      <p:pic>
        <p:nvPicPr>
          <p:cNvPr id="5" name="Picture 4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54864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5778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i="1" sz="1600"/>
            </a:pPr>
            <a:r>
              <a:t>Photograph of the NSS unit of Vishwakarma Government Engineering College.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51435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Quiz and Poem Writing Competitions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i="1"/>
            </a:pPr>
            <a:r>
              <a:t>NSS team's state-level 'NARAYANI' event.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Quiz and Poem Competition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Participants wrote poems on given topics.</a:t>
            </a:r>
          </a:p>
          <a:p>
            <a:pPr>
              <a:defRPr sz="2000"/>
            </a:pPr>
            <a:r>
              <a:t>Quiz questions covered women entrepreneurs, G-20, and women empowerment awareness.</a:t>
            </a:r>
          </a:p>
          <a:p>
            <a:pPr>
              <a:defRPr sz="2000"/>
            </a:pPr>
            <a:r>
              <a:t>Quiz helped participants gain general knowledge.</a:t>
            </a:r>
          </a:p>
          <a:p>
            <a:pPr>
              <a:defRPr sz="2000"/>
            </a:pPr>
            <a:r>
              <a:t>Poem writing improved writing skills.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Key Discussion Points:</a:t>
            </a:r>
          </a:p>
          <a:p>
            <a:pPr>
              <a:defRPr sz="2000"/>
            </a:pPr>
            <a:r>
              <a:t>* Improvement in writing skills and mental ability.</a:t>
            </a:r>
          </a:p>
          <a:p>
            <a:pPr>
              <a:defRPr sz="2000"/>
            </a:pPr>
            <a:r>
              <a:t>* Quiz completion enhances overall participation and general knowledge.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Quiz and Poem Competition Details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* Promoting the thought of women’s empowerment.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/>
            </a:pPr>
            <a:r>
              <a:t>Glimpses of the Event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46320" y="1371600"/>
            <a:ext cx="4114800" cy="5143500"/>
          </a:xfrm>
          <a:prstGeom prst="round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4114800" cy="5143500"/>
          </a:xfrm>
          <a:prstGeom prst="round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Event Photos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000"/>
            </a:pPr>
            <a:r>
              <a:t>Poem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sz="2000"/>
            </a:pPr>
            <a:r>
              <a:t>Quiz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8700"/>
            <a:ext cx="182880" cy="48006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Quiz Competition Photo</a:t>
            </a:r>
          </a:p>
        </p:txBody>
      </p:sp>
      <p:pic>
        <p:nvPicPr>
          <p:cNvPr id="5" name="Picture 4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54864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5778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i="1" sz="1600"/>
            </a:pPr>
            <a:r>
              <a:t>A snapshot from the quiz competition during the event.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FF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DAY-3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200"/>
            </a:pPr>
            <a:r>
              <a:t>Debate and Rangoli Competition organized by the NSS team focusing on women's empowerment and gender equality.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Debate and Rangoli Competition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Rangoli competition showcased hands-free skills on colors with the theme of women empowerment.</a:t>
            </a:r>
          </a:p>
          <a:p>
            <a:pPr>
              <a:defRPr sz="2000"/>
            </a:pPr>
            <a:r>
              <a:t>The debate focused on women’s empowerment and gender equality.</a:t>
            </a:r>
          </a:p>
          <a:p>
            <a:pPr>
              <a:defRPr sz="2000"/>
            </a:pPr>
            <a:r>
              <a:t>Debate highlighted the current scenario of women’s empowerment in India.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Key Discussion Points:</a:t>
            </a:r>
          </a:p>
          <a:p>
            <a:pPr>
              <a:defRPr sz="2000"/>
            </a:pPr>
            <a:r>
              <a:t>* Colors are joyous, they teach us to be happy, and so does rangoli.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Debate and Rangoli Competition Details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* Debate helped understand the problems of women and solutions.</a:t>
            </a:r>
          </a:p>
          <a:p>
            <a:pPr>
              <a:defRPr sz="2000"/>
            </a:pPr>
            <a:r>
              <a:t>* These competitions aided participant's overall development.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/>
            </a:pPr>
            <a:r>
              <a:t>Glimpses of the Event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8700"/>
            <a:ext cx="182880" cy="48006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Rangoli Competition Photo</a:t>
            </a:r>
          </a:p>
        </p:txBody>
      </p:sp>
      <p:pic>
        <p:nvPicPr>
          <p:cNvPr id="5" name="Picture 4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54864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5778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i="1" sz="1600"/>
            </a:pPr>
            <a:r>
              <a:t>A colorful glimpse of the Rangoli competition, reflecting the theme of women's</a:t>
            </a:r>
          </a:p>
          <a:p>
            <a:pPr algn="ctr">
              <a:defRPr i="1" sz="1600"/>
            </a:pPr>
            <a:r>
              <a:t>empowerment.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51435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Debate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i="1"/>
            </a:pPr>
            <a:r>
              <a:t>A summary of Elocution Competition and Ending Ceremony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DAY - 4: Event Narayani Concludes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event "NARAYANI" concluded with the Elocution competition and the Ending ceremony.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In the Elocution competition, participants delivered speeches on topics aimed at raising awareness and support for women's empowerment.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Students showed great enthusiasm and delivered their best.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DAY - 4: Event Narayani Concludes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During the Ending ceremony, winners were awarded certificates and prizes. Faculties who contributed to the event "NARAYANI" by judging the competitions were also acknowledged with thank you gifts.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The event "NARAYANI" concluded with the National Anthem.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Key Discussion Points of the Event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Elocution competition enhanced people's understanding of the concepts related to women's empowerment.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The event highlighted that supporting women's choices and amplifying their voices is an ongoing process that deserves recognition and attention from everyone.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Ultimately, the event celebrated the efforts of all women and encouraged their continued strength and determination.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FF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Glimpses of the Event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200"/>
            </a:pPr>
            <a:r>
              <a:t>Photographs capturing the essence of the Elocution competition.</a:t>
            </a:r>
          </a:p>
          <a:p>
            <a:pPr>
              <a:defRPr sz="2200"/>
            </a:pPr>
            <a:r>
              <a:t>Visual memories of the participants, their speeches, and the overall atmosphere of the event. Showcasing moments of empowerment and celebration.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8700"/>
            <a:ext cx="182880" cy="48006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Elocution Competition</a:t>
            </a:r>
          </a:p>
        </p:txBody>
      </p:sp>
      <p:pic>
        <p:nvPicPr>
          <p:cNvPr id="5" name="Picture 4" descr="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54864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5778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i="1" sz="1600"/>
            </a:pPr>
            <a:r>
              <a:t>A snapshot from the Elocution competition, capturing a speaker sharing their perspective</a:t>
            </a:r>
          </a:p>
          <a:p>
            <a:pPr algn="ctr">
              <a:defRPr i="1" sz="1600"/>
            </a:pPr>
            <a:r>
              <a:t>on women's empowerment. This event was part of 'Narayani's' broader mission.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51435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Ending Ceremony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i="1"/>
            </a:pPr>
            <a:r>
              <a:t>Thank you for your participation!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8700"/>
            <a:ext cx="182880" cy="4800600"/>
          </a:xfrm>
          <a:prstGeom prst="rect">
            <a:avLst/>
          </a:prstGeom>
          <a:solidFill>
            <a:srgbClr val="274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Congratulations!</a:t>
            </a:r>
          </a:p>
        </p:txBody>
      </p:sp>
      <p:pic>
        <p:nvPicPr>
          <p:cNvPr id="5" name="Picture 4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54864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5778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i="1" sz="1600"/>
            </a:pPr>
            <a:r>
              <a:t>We hope you enjoyed the event and found it valuable. We look forward to seeing you at</a:t>
            </a:r>
          </a:p>
          <a:p>
            <a:pPr algn="ctr">
              <a:defRPr i="1" sz="1600"/>
            </a:pPr>
            <a:r>
              <a:t>future events!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